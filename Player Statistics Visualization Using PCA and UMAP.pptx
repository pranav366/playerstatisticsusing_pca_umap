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b754b405-a848-425f-a9d9-e7a21344b043.fntdata" /><ns0:Relationship Id="rIdFont20" Type="http://schemas.openxmlformats.org/officeDocument/2006/relationships/font" Target="fonts/930beffa-7b69-4ce3-86dc-7d9f9aa3cd9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12927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06972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40347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Player Statistics Visualization Using PCA and UMAP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69977"/>
            <a:ext cx="676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Problem definition, data understanding, preprocessing, exploratory data analysis, PCA, and UMAP manifold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6462" y="5848350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6462" y="6057900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CBD5E1"/>
                </a:solidFill>
                <a:latin typeface="Plus Jakarta Sans"/>
              </a:rPr>
              <a:t>2520030121 - Yagnesh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6462" y="6229350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CBD5E1"/>
                </a:solidFill>
                <a:latin typeface="Plus Jakarta Sans"/>
              </a:rPr>
              <a:t>2520030555 - Pranav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11685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1. Problem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50+ correlated statistics make finding similar players or hidden performance clusters difficult.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Franchises spend up to ₹17 crore; accurate profiling enables fairer comparison and smarter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Expected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2D PCA and UMAP projections grouping player styles, spotting outliers, and showing key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568773"/>
            <a:ext cx="5562600" cy="2428875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2. Dataset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21198"/>
            <a:ext cx="6191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Dataset Scale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11723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Source: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IPL player statistics CSV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83198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Dimensions: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182 rows (players) × 53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54673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Categoricals: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10 teams and 9 countries represented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26148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Labels: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Paying Role used for coloring and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873573"/>
            <a:ext cx="1631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Profile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8450" y="2873573"/>
            <a:ext cx="1104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6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406973"/>
            <a:ext cx="1171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IPL Batting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1775" y="3406973"/>
            <a:ext cx="1171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16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940373"/>
            <a:ext cx="1238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IPL Bowling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2725" y="3940373"/>
            <a:ext cx="1190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10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4473773"/>
            <a:ext cx="2393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Second Format &amp;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91775" y="4473773"/>
            <a:ext cx="1171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21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1168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3. Data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47 numeric features and 6 categorical fields; zero duplicate player rows identified in audit.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25% to 53% missing values are structural (pure batsmen lack bowling stats and vice versa).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Skewed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Runs, wickets, and auction prices are right-skewed; feature scaling is required for PCA.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578298"/>
            <a:ext cx="3454449" cy="2409825"/>
          </a:xfrm>
          <a:prstGeom prst="roundRect">
            <a:avLst>
              <a:gd name="adj" fmla="val 4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2883098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4. 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Missing Data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Converted structural zeroes for unplayed roles; dropped highly sparse second-format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Outlier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Cleaned impossible anomalies like economy 805 and strike rate 400 from low innings samples.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302198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654623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Applied StandardScaler across 47 numerical columns to equalize variance before dimensionality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1714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1168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5. 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Role Balances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Balanced role distributions with 65% Indian players across 10 franchises.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Price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All-rounders command the highest median auction prices; correlation r = 0.55 between runs and price.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Collinearity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Runs, 4s, and balls faced correlate at 0.95+, proving PCA is necessary to eliminate redundancy.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692598"/>
            <a:ext cx="55626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6. Feature Selection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11660"/>
            <a:ext cx="6191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Engineered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997398"/>
            <a:ext cx="5867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Dimensionality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387923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Dropped player identifiers and empty second-format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4054673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Retained core performance indicators and one-hot encoded role flags for downstream manifold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02185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Runs Per Match: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Normalizes career output across durations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73660"/>
            <a:ext cx="5048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Boundary Share: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Separates power hitters from anchor batsmen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64210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Wickets Per Match: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Fair bowling impact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35685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Price Parsing: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Converted text strings into numeric ₹ crores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8298"/>
            <a:ext cx="3454449" cy="2409825"/>
          </a:xfrm>
          <a:prstGeom prst="roundRect">
            <a:avLst>
              <a:gd name="adj" fmla="val 4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3098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1168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7. Principal Component Analysis (PCA)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02198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Variance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4623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First two principal components capture over 65% of total cumulative variance across player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PC1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Driven by volume metrics (total runs, matches played, and total boundaries) reflecting career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PC2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Separates batting efficiency and strike rates from bowling economy and wicket-taking specialization.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11685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8. UMAP Manifold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Non-Linear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Preserves local and global data topology to reveal tight clusters of specialized player archetypes.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Cluster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Distinct separation observed between specialist batsmen, strike bowlers, and versatile all-rounders.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Outlier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Isolates extreme statistical anomalies like elite run-scorers far away from baseline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6885"/>
            <a:ext cx="3454449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578298"/>
            <a:ext cx="3454449" cy="2409825"/>
          </a:xfrm>
          <a:prstGeom prst="roundRect">
            <a:avLst>
              <a:gd name="adj" fmla="val 4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168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1168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2883098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9. PCA vs UMAP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PCA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Linear transformation preserves global variance and provides clean feature loading interpretability.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430785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UMAP 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78321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Manifold learning reveals granular clustering and non-linear player similarity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302198"/>
            <a:ext cx="37338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Combined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654623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Using both techniques offers teams robust scouting profiles and precise comparable player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692598"/>
            <a:ext cx="55626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06935"/>
            <a:ext cx="6191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997398"/>
            <a:ext cx="5867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Future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387923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Integrate auction price prediction models utilizing cluster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4054673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Deploy interactive dashboard for coaches and scouts in live auction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97460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Processed: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182 players across 53 cleaned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68935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Engineered: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20 compact metrics and scaled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40410"/>
            <a:ext cx="619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Visualized: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PCA and UMAP mappings for player profiling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3876675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14552" y="2438400"/>
            <a:ext cx="3162895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0359" y="3257550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9062" y="4219575"/>
            <a:ext cx="433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Plus Jakarta Sans"/>
              </a:rPr>
              <a:t>2520030121 - Yagnesh  |  2520030555 - Pranav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